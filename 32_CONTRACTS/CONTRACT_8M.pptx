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2000" b="1">
                <a:solidFill>
                  <a:srgbClr val="C83218"/>
                </a:solidFill>
              </a:rPr>
              <a:t>Enterprise License Agreement $8,000,000 — Api-Oss-Agents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*Contract Tier: Enterprise | Scope:* 36-month enterprise license + dedicated support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*Anticloud FZ LLE * 0-1.gg * sales@0-1.gg*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*Date: October 2026 | Project:* Api-Oss-Agents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888888"/>
                </a:solidFill>
              </a:defRPr>
            </a:pPr>
            <a:r>
              <a:t>Anticloud FZ LLE * 0-1.gg * ORCID 0009-0009-2233-6107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2000" b="1">
                <a:solidFill>
                  <a:srgbClr val="C83218"/>
                </a:solidFill>
              </a:rPr>
              <a:t>Parties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*Licensor:* Anticloud FZ LLE, Dubai UAE (UAE Free Zone Limited Liability Establishment)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*Contact:* sales@0-1.gg | lois@0-1.gg | 0-1.gg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*Licensee:* [COMPANY NAME]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*Jurisdiction:* [COUNTRY / STATE]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*Authorized Signatory:* [NAME, TITLE]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888888"/>
                </a:solidFill>
              </a:defRPr>
            </a:pPr>
            <a:r>
              <a:t>Anticloud FZ LLE * 0-1.gg * ORCID 0009-0009-2233-6107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2000" b="1">
                <a:solidFill>
                  <a:srgbClr val="C83218"/>
                </a:solidFill>
              </a:rPr>
              <a:t>License Grant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Anticloud FZ LLE grants the Licensee a *non-exclusive, non-transferable* license to: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1. Deploy PAX L5 Narrow L2 General 27B and associated Anticloud infrastructure within Licensee's private, air-gapped, or cloud environments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2. Integrate Anticloud APIs and SDKs into Licensee's products and services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3. Use the AIOSS Ledger format for Licensee's internal audit and compliance requirements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4. Access Anticloud support, documentation, and updates during the license term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*Scope:* 36-month enterprise license + dedicated support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*Annual Contract Value:* $8,000,000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*Notes:* Strategic anchor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888888"/>
                </a:solidFill>
              </a:defRPr>
            </a:pPr>
            <a:r>
              <a:t>Anticloud FZ LLE * 0-1.gg * ORCID 0009-0009-2233-6107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2000" b="1">
                <a:solidFill>
                  <a:srgbClr val="C83218"/>
                </a:solidFill>
              </a:rPr>
              <a:t>Intellectual Property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1. *Anticloud retains* all IP in PAX, AIOSS Ledger, Kantor K5, and associated technology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2. *Licensee retains* all IP in Licensee's own code, data, and derivative works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3. *Patent pending* (USPTO): Kantor Post-Quantum Hash, AIOSS Ledger Format, Anticode Agent Architecture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4. *Attribution:* "Powered by PAX -- Anticloud FZ LLE" required in commercial deployments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5. *No reverse engineering* of model weights, AIOSS chain, or security modules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888888"/>
                </a:solidFill>
              </a:defRPr>
            </a:pPr>
            <a:r>
              <a:t>Anticloud FZ LLE * 0-1.gg * ORCID 0009-0009-2233-6107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2000" b="1">
                <a:solidFill>
                  <a:srgbClr val="C83218"/>
                </a:solidFill>
              </a:rPr>
              <a:t>Confidentiality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Both parties agree to maintain confidentiality of: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Model architecture details provided under NDA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Pricing and commercial terms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Customer deployment configurations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Any technical specifications marked "Confidential"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*Duration:* 5 years from execution, or 3 years post-termination, whichever is longer.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888888"/>
                </a:solidFill>
              </a:defRPr>
            </a:pPr>
            <a:r>
              <a:t>Anticloud FZ LLE * 0-1.gg * ORCID 0009-0009-2233-6107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2000" b="1">
                <a:solidFill>
                  <a:srgbClr val="C83218"/>
                </a:solidFill>
              </a:rPr>
              <a:t>Compliance &amp; Audit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HIPAA: Licensee is responsible for BAA if processing PHI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FedRAMP: Available as add-on -- contact sales@0-1.gg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GDPR: No data egress by design; Licensee controls all data residency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AIOSS Ledger provides cryptographic audit trail for all inference requests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Anticloud audit right: Annual, with 30-day notice, to verify compliance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888888"/>
                </a:solidFill>
              </a:defRPr>
            </a:pPr>
            <a:r>
              <a:t>Anticloud FZ LLE * 0-1.gg * ORCID 0009-0009-2233-6107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2000" b="1">
                <a:solidFill>
                  <a:srgbClr val="C83218"/>
                </a:solidFill>
              </a:rPr>
              <a:t>Limitation of Liability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Anticloud's total liability shall not exceed the fees paid in the 12 months preceding the claim, except for: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Willful misconduct or gross negligence (uncapped)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Confidentiality breach (uncapped for 3 years)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IP indemnification claims (per Enterprise Indemnification Rider)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888888"/>
                </a:solidFill>
              </a:defRPr>
            </a:pPr>
            <a:r>
              <a:t>Anticloud FZ LLE * 0-1.gg * ORCID 0009-0009-2233-6107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2000" b="1">
                <a:solidFill>
                  <a:srgbClr val="C83218"/>
                </a:solidFill>
              </a:rPr>
              <a:t>Governing Law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UAE law (DIFC Courts for international disputes), or as mutually agreed.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888888"/>
                </a:solidFill>
              </a:defRPr>
            </a:pPr>
            <a:r>
              <a:t>Anticloud FZ LLE * 0-1.gg * ORCID 0009-0009-2233-6107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2000" b="1">
                <a:solidFill>
                  <a:srgbClr val="C83218"/>
                </a:solidFill>
              </a:rPr>
              <a:t>Execution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To execute: email signed copy to sales@0-1.gg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Questions: lois@0-1.gg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Anticloud FZ LLE * UAE Free Zone Limited Liability Establishment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Patent Pending (USPTO) * Harvard Dataverse DOI 10.7910/DVN/YMJKOG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888888"/>
                </a:solidFill>
              </a:defRPr>
            </a:pPr>
            <a:r>
              <a:t>Anticloud FZ LLE * 0-1.gg * ORCID 0009-0009-2233-6107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